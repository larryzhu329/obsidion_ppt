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201168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学习场景实战案例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本章学习目标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4389120"/>
            <a:ext cx="6702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掌握课程笔记模板的设计与使用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构建系统化的知识体系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管理学习计划与任务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建立高效的错题本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900000"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 rot="-900000">
            <a:off x="11183112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本章导览 —— 五大实战场景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场景一：课程笔记模板 —— 设计标准化的笔记格式，提升记录效率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场景二：知识体系构建 —— 用双链和标签搭建学科知识树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场景三：学习计划管理 —— 用模板和Tasks插件管理每日任务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场景四：考试复习系统 —— 结合遗忘曲线科学安排复习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场景五：错题本管理 —— 系统化记录和分析错题</a:t>
            </a:r>
            <a:pPr indent="0" marL="0"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本章将带你从零到一，完成五个真实学习场景的实战搭建！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课程笔记模板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什么是模板？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 = 预先设计的笔记"骨架"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就像写作文的"提纲"，帮你省去每次从零开始排版的时间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格式统一 —— 每篇笔记结构一致，方便回顾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 —— 复制模板即可快速创建新笔记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减少遗漏 —— 模板提醒你记录关键信息</a:t>
            </a:r>
            <a:pPr indent="0" marL="0">
              <a:spcBef>
                <a:spcPts val="800"/>
              </a:spcBef>
              <a:buNone/>
            </a:pPr>
            <a:r>
              <a:rPr lang="en-US" sz="14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在Obsidian中，模板就是一个普通的Markdown文件，放在专门文件夹中即可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设计课程笔记模板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属性区（YAML Frontmatter）—— 笔记的"身份证"：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学科、章节、日期、难度、老师、关键词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笔记正文结构：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课堂笔记 —— 记录老师讲解的核心内容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重点内容 —— 标记需要重点记忆的知识点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疑问记录 —— 记下不懂的地方，课后解决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相关链接 —— 双链到关联笔记和资源</a:t>
            </a:r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建议：在vault中创建 "templates" 文件夹统一存放所有模板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课程笔记模板 —— 完整代码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将以上内容保存为 templates/课程笔记模板.md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学科: 数学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章节: 第三章 一元二次方程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日期: {{date}}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难度: ⭐⭐⭐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老师: 张老师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关键词: [一元二次方程, 求根公式, 判别式]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{{title}}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课堂笔记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一元二次方程的一般形式：ax² + bx + c = 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求根公式：x = (-b ± √(b²-4ac)) / 2a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判别式 Δ = b² - 4ac 决定根的个数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重点内容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背诵求根公式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理解判别式的三种情况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疑问记录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为什么判别式能判断根的情况？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相关链接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[[一元一次方程]] | [[因式分解]] | [[韦达定理]]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使用模板快速创建笔记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四步快速创建笔记：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第一步：打开模板文件夹，找到"课程笔记模板.md"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第二步：复制模板内容，粘贴到新笔记中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第三步：填充当堂课的实际内容（修改属性、填写笔记）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第四步：添加双链，连接到相关知识点笔记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进阶技巧：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Templater 插件可以实现自动填充日期和标题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配合核心模板插件（Settings &gt; Core Plugins &gt; Templates）可一键插入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构建知识体系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什么是知识体系？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知识体系就像一棵"知识魔法树"：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树根 = 学科总览（如"数学总览"）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树干 = 知识分支（如"代数""几何""统计"）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树枝 = 章节主题（如"一元二次方程""三角形"）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树叶 = 具体知识点（如"求根公式""勾股定理"）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为什么要构建知识体系？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让零散的知识点形成网络，记忆更牢固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复习时可以沿着"树"的脉络逐层回顾</a:t>
            </a:r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Obsidian的双链功能天然适合构建这种网状知识结构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创建学科总览笔记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以"数学总览"为例，包含以下内容：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知识分支概览：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代数 —— 方程、不等式、函数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 —— 三角形、四边形、圆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统计与概率 —— 数据分析、概率计算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学习进度追踪表：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每个分支标注掌握程度（已掌握/学习中/未开始）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用双链链接到各分支的详细笔记</a:t>
            </a:r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学科总览笔记是整棵"知识树"的根，所有分支从这里展开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创建章节笔记和知识点笔记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章节笔记（树枝层）—— 以"一元二次方程"为例：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基本概念 —— 定义、一般形式、基本性质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解法技巧 —— 因式分解法、公式法、配方法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 —— 应用题、综合题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知识点笔记（树叶层）—— 以"求根公式"为例：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—— 公式内容及其推导过程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判断练习 —— 配套的练习题和答案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相关链接 —— 双链到相关知识点和错题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知识魔法树 —— 三层结构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第一层：学科总览（根节点）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数学总览 → 链接到所有分支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第二层：章节笔记（分支节点）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[[代数]] → [[一元一次方程]] / [[一元二次方程]] / [[函数]]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[[几何]] → [[三角形]] / [[圆]] / [[四边形]]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[[统计与概率]] → [[数据分析]] / [[概率计算]]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第三层：知识点笔记（叶子节点）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[[求根公式]] / [[因式分解法]] / [[判别式]]</a:t>
            </a:r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每一层通过 [[双链]] 连接，形成完整的知识网络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使用双链连接各层级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双链是Obsidian知识体系的核心纽带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从总览到章节：在"数学总览"中写入 [[一元二次方程]]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从章节到知识点：在"一元二次方程"中写入 [[求根公式]]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反向链接自动生成：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打开"求根公式"笔记，会自动显示"一元二次方程"的反向链接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双向链接的好处：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从任何节点都能跳转到关联笔记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自动发现知识点之间的隐藏联系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图谱视图（Graph View）可以可视化整个知识网络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使用标签分类知识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标签（Tags）是知识体系的"分类标签贴"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按学科分类：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#数学/代数  #数学/几何  #数学/统计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#语文/古诗文  #语文/作文  #语文/阅读理解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按状态分类：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#复习/待复习  #复习/已掌握  #复习/重点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按错题类型分类：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#错题/粗心  #错题/概念不清  #错题/计算错误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vs 双链：标签用于分类，双链用于关联，两者配合使用效果最佳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学习计划管理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周计划笔记模板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每周日晚上创建下周计划笔记，结构如下：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本周目标（2-3个核心目标）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例如：完成数学第三章复习、背诵30个英语单词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每日任务（周一到周五）：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周一：数学作业P45 + 英语阅读1篇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周二：物理实验报告 + 数学错题3道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周末安排：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总结本周学习情况、查漏补缺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本周总结：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完成率、遇到的问题、下周改进方向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周计划模板 —— 完整代码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保存为 templates/周计划模板.md，每周复制使用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类型: 周计划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周次: 第{{week}}周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日期范围: {{monday}} ~ {{sunday}}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第{{week}}周学习计划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本周目标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目标1：完成数学第三章复习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目标2：背诵30个英语单词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目标3：完成物理实验报告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周一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数学作业 P45-P47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英语阅读理解1篇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周二 ~ 周五（同理展开）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周末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本周学习总结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查漏补缺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本周总结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完成率：___%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遇到的问题：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下周改进：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Tasks插件 —— 智能任务管理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Tasks插件让待办事项"活"起来，支持丰富的元数据：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截止日期：- [ ] 完成数学作业 📅 2024-03-15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计划日期：- [ ] 复习英语单词 ⏳ 2024-03-14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高优先级：- [ ] 准备数学考试 🔼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低优先级：- [ ] 整理笔记 🔽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Tasks查询功能：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自动筛选今天到期的任务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按优先级排序待办事项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按学科分类查看任务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考试复习系统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艾宾浩斯遗忘曲线 —— 科学复习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遗忘规律：学过的知识如果不复习，会快速遗忘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最佳复习间隔：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第1次复习：学后 1 天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第2次复习：学后 2 天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第3次复习：学后 4 天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第4次复习：学后 7 天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第5次复习：学后 15 天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三大复习策略：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主动回忆 —— 合上书本，尝试复述知识点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间隔重复 —— 按遗忘曲线安排复习时间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交叉复习 —— 不同学科交替复习，提高效率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Spaced Repetition插件 —— 间隔重复复习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安装：Settings &gt; Community Plugins &gt; 搜索 "Spaced Repetition" &gt; 安装并启用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创建复习卡片：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在笔记中使用特殊语法创建问答卡片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? 分隔问题和答案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卡片格式示例：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求根公式的内容是什么？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(-b ± √(b²-4ac)) / 2a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复习评分：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Again（再来）→ Hard（困难）→ Good（良好）→ Easy（简单）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插件根据评分自动调整下次复习时间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错题本管理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错题模板 —— 完整代码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保存为 templates/错题模板.md，每次做错题时快速记录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学科: 数学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题目类型: 选择题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错误原因: 概念不清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日期: {{date}}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难度: ⭐⭐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错题记录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题目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若方程 x² - 5x + 6 = 0 的两根为 x₁, x₂，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则 x₁ + x₂ 的值为（  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5  B. 6  C. -5  D. -6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我的答案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B（错误）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正确答案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A（韦达定理：x₁ + x₂ = -b/a = 5）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错误分析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混淆了韦达定理中两根之和与两根之积的公式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关联知识点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[[韦达定理]] | [[一元二次方程]] | [[求根公式]]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💭 课堂互动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9445752" cy="1371600"/>
          </a:xfrm>
          <a:prstGeom prst="rect">
            <a:avLst>
              <a:gd name="adj" fmla="val 10000"/>
            </a:avLst>
          </a:prstGeom>
          <a:solidFill>
            <a:srgbClr val="F8F7FF"/>
          </a:solidFill>
          <a:ln/>
          <a:effectLst>
            <a:outerShdw sx="100000" sy="100000" kx="0" ky="0" algn="bl" rotWithShape="0" blurRad="76200" dist="25400" dir="16200000">
              <a:srgbClr val="0000002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动手实践：为一门学科创建完整的知识体系结构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76169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选择一门你正在学习的学科（如数学、英语、物理）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创建学科总览笔记，列出3-5个知识分支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为每个分支创建1-2个章节笔记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为章节笔记添加知识点笔记，并用双链连接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 使用标签对笔记进行分类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F. 在图谱视图中查看你的知识网络效果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本章技能解锁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设计并使用课程笔记模板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构建三层知识体系（总览→章节→知识点）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使用双链和标签管理知识网络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用Tasks插件管理学习计划与任务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拓展思考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如何将遗忘曲线与Obsidian结合，打造个性化复习系统？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除了学习场景，Obsidian的知识管理方法还能应用到哪些领域？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- 25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第5章：学习场景实战案例</dc:title>
  <dc:subject>PptxGenJS Presentation</dc:subject>
  <dc:creator>Obsidian培训课程</dc:creator>
  <cp:lastModifiedBy>Obsidian培训课程</cp:lastModifiedBy>
  <cp:revision>1</cp:revision>
  <dcterms:created xsi:type="dcterms:W3CDTF">2026-04-17T09:10:48Z</dcterms:created>
  <dcterms:modified xsi:type="dcterms:W3CDTF">2026-04-17T09:10:48Z</dcterms:modified>
</cp:coreProperties>
</file>