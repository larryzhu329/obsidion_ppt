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201168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笔记创建与格式化魔法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0" y="3474720"/>
            <a:ext cx="670255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本章学习目标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0" y="4389120"/>
            <a:ext cx="670255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4 种创建笔记的方式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 Markdown 基础语法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使用格式化工具栏快速排版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学会在笔记中插入图片和附件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 rot="900000"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 rot="-900000">
            <a:off x="11183112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✦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创建笔记的多种方式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方式一：左侧边栏 "+" 按钮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最直观的方式，适合新手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在左侧文件管理器顶部找到一个 "+" 图标按钮，点击即可创建新笔记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点击左侧边栏顶部的 "+" 按钮 → 输入笔记标题 → 按回车确认 → 开始编辑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操作简单直观，不需要记忆任何快捷键，鼠标点击即可完成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刚接触 Obsidian 的新手用户，或者偶尔需要创建笔记时使用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方式二：快捷键 Ctrl + 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最快速的方式，双手不离开键盘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按下键盘上的 Ctrl + N（Mac 上是 Cmd + N），立刻创建一篇新笔记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Ctrl + N → 输入笔记标题 → 按回车确认 → 立即开始编写内容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速度最快，双手无需离开键盘，适合高频创建笔记的场景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养成使用快捷键的习惯，能大幅提升你的笔记效率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方式三 &amp; 四：斜杠命令 + 右键菜单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方式三：斜杠命令 "/"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在编辑区输入 "/" 后会弹出命令菜单，可以快速插入各种内容块和格式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斜杠命令的用法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/note 可以创建新笔记，/heading 插入标题，/code 插入代码块等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方式四：右键菜单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在编辑区空白处右键点击，从弹出菜单中选择"新建笔记"即可创建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斜杠命令适合需要快速插入特定内容块时使用，右键菜单适合习惯鼠标操作的用户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四种创建方式大对比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推荐指数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左侧 "+" 按钮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点击左侧边栏 "+" 图标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快捷键 Ctrl+N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Ctrl +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斜杠命令 "/"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 / 弹出命令菜单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右键菜单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编辑区右键 → 新建笔记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基础语法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标题层级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一级标题：# 标题文字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最大的标题，通常用于笔记的主标题，一个 # 号加空格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二级标题：## 标题文字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用于大章节的划分，两个 # 号加空格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三级标题：### 标题文字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用于子章节的划分，三个 # 号加空格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四级标题：#### 标题文字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更细的划分，四个 # 号加空格，通常不建议使用更多层级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记住：# 越多，标题越小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就像大标题、中标题、小标题一样，# 号数量决定了标题的大小级别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文本格式化魔法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粗体：**文字**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用两个星号包裹文字，效果：文字变粗，用于强调重要内容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斜体：*文字*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用一个星号包裹文字，效果：文字变斜，用于标注术语或引用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删除线：~~文字~~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用两个波浪号包裹文字，效果：文字中间画一条删除线，表示已删除的内容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高亮：==文字==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用两个等号包裹文字，效果：文字背景变为高亮色，用于标记重点内容（Obsidian 特有语法）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组合使用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可以组合使用，比如 ***粗斜体*** 同时加粗和倾斜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文本格式代码示例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Obsidian 中输入左侧的 Markdown 语法，右侧就是渲染后的效果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源码                    →  渲染效果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─────────────────────────────────────────────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**这是粗体文字**                →  这是粗体文字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*这是斜体文字*                  →  这是斜体文字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~~这是删除线文字~~              →  这是删除线文字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==这是高亮文字==                →  这是高亮文字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***这是粗斜体文字***            →  这是粗斜体文字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组合示例：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**重要提示**：请使用 ==高亮== 来标记关键词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重要提示：请使用 高亮 来标记关键词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列表——井井有条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无序列表：使用减号 "-"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每行开头写一个减号加空格，Obsidian 会自动显示为圆点列表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有序列表：使用数字 "1."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每行开头写数字加点加空格，Obsidian 会自动编号，无需手动维护序号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嵌套列表：缩进 2 个空格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在列表项下方缩进 2 个空格可以创建子列表，支持多级嵌套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任务列表：使用 "- [ ]"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减号加空格加方括号，可以创建待办事项列表，点击方框可以勾选完成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在列表项后按 Enter 会自动创建下一个列表项，按 Tab 可以缩进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不同类型的列表在 Obsidian 中的写法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无序列表：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苹果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香蕉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橙子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有序列表：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打开 Obsidian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创建新笔记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开始编写内容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嵌套列表：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水果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苹果（缩进2空格）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香蕉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蔬菜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西红柿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任务列表：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 ] 完成作业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[x] 上课签到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 &amp; 代码块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引用：使用大于号 "&gt;"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行首写 &gt; 加空格，文字会显示为引用样式（左侧有竖线），适合引用他人观点或重要语录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行内代码：使用反引号 "`"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用一个反引号包裹文字，效果：文字变为等宽字体并带背景色，适合标注命令或代码片段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代码块：使用三个反引号 "```"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首尾各用三个反引号包裹多行代码，可以指定语言类型实现语法高亮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代码块语言标注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在开头的三个反引号后写上语言名（如 javascript、python），代码会自动高亮显示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表格——数据一目了然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基本语法：使用竖线 "|" 分隔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用竖线分隔每一列，第二行用竖线和短横线分隔表头和数据行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左对齐：:---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在分隔行中写 :--- 表示该列左对齐（默认对齐方式）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居中对齐：:---: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在分隔行中写 :---: 表示该列居中对齐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右对齐：---: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在分隔行中写 ---: 表示该列右对齐，适合数字类数据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支持直接在预览模式下点击表格进行编辑，非常方便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表格代码示例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表格的写法和对齐方式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10698480" cy="4389120"/>
          </a:xfrm>
          <a:prstGeom prst="rect">
            <a:avLst>
              <a:gd name="adj" fmla="val 2083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基本表格：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姓名   | 年龄 | 城市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------ | ---- | --------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小明   | 15   | 北京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小红   | 16   | 上海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指定对齐方式：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科目   | 分数 | 等级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:----- | ---: | :------: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语文   | 92   | 优秀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数学   | 88   | 良好     |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说明：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:-----  → 左对齐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-----:  → 右对齐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:-----: → 居中对齐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咒语速查表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效果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一级标题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 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二级标题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## 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三级标题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### 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小标题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**文字**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粗体文字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斜体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*文字*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斜体文字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~~文字~~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删除线文字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==文字==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高亮背景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无序列表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 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圆点列表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有序列表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 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数字列表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引用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 文字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左侧竖线引用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行内代码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`代码`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等宽背景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[文字](URL)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可点击链接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格式化工具栏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认识格式化工具栏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工具栏位置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在实时预览模式下，选中文字后会在上方弹出浮动工具栏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— 粗体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选中文字后点击 B 按钮，或直接点击 B 后输入文字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— 斜体 / S — 删除线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 按钮设置斜体，S 按钮添加删除线效果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— 标题 / 列表 / 引用 / 代码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按钮可以快速设置标题级别，还有列表、引用、代码等快捷按钮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链接按钮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可以快速插入链接和图片，无需手动输入 Markdown 语法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快捷键格式化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B：加粗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选中文字后按 Ctrl + B，快速将文字加粗，再次按下取消加粗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I：斜体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选中文字后按 Ctrl + I，快速将文字变为斜体，再次按下取消斜体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K：插入链接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选中文字后按 Ctrl + K，弹出链接输入框，输入 URL 即可创建链接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]：切换标题级别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在标题行按 Ctrl + ] 可以提升标题级别，Ctrl + [ 可以降低标题级别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Ctrl + Shift + ]：提升列表缩进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在列表项中按此快捷键可以调整列表的嵌套层级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三种格式化方式对比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灵活性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Markdown 语法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熟练后最推荐，适合所有场景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格式化工具栏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偶尔使用或不确定语法时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快捷键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高频操作，双手不离开键盘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8B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286000"/>
            <a:ext cx="73152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插入图片和附件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插入图片的两种方法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方法一：拖拽法（最简单）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直接从文件管理器或桌面拖拽图片到 Obsidian 编辑区，图片会自动插入并复制到笔记库中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方法二：使用 Markdown 语法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![[图片名.png]] 即可插入笔记库中已有的图片，这是 Obsidian 特有的 Wiki 链接语法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Markdown 图片语法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也可以使用 ![描述](图片路径) 的标准语法插入图片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支持的图片格式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PNG、JPG、GIF、SVG 等常见图片格式，GIF 图片会自动播放动画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小贴士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 ![[图片名]] 的 Wiki 链接语法，重命名或移动图片时链接不会失效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731520"/>
            <a:ext cx="54864" cy="5303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调整图片大小 &amp; 附件管理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调整图片大小：![[图片名|300]]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在图片名后加竖线和数字（像素值），可以指定图片显示宽度，如 ![[photo|300]] 表示宽度 300 像素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指定高度：![[图片名|300x200]]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也可以同时指定宽度和高度，格式为 宽x高，如 ![[photo|300x200]]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附件文件夹设置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设置 → 文件与链接 中可以设置附件的默认存储位置，推荐使用"附件文件夹"统一管理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和其他附件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Obsidian 支持嵌入 PDF 文件，使用 ![[文件名.pdf]] 语法，可以在笔记中直接查看 PDF 内容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b="1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音频和视频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同样支持嵌入音频（mp3）和视频（mp4）文件，使用相同的 ![[文件名]] 语法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本章技能解锁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掌握 4 种创建笔记的方式（+按钮、快捷键、斜杠命令、右键菜单）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学会 Markdown 基础语法（标题、粗体、斜体、列表、引用、代码块、表格）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熟练使用格式化工具栏和快捷键进行排版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1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 学会在笔记中插入图片和附件，并调整图片大小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0972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拓展思考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除了课堂上学习的 Markdown 语法，还有哪些高级语法值得探索？比如脚注、数学公式等。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如何利用 Markdown 的格式化能力，让你的学习笔记更加清晰、美观、易读？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02952" y="6400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第2章 - 24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 rot="900000">
            <a:off x="11457432" y="6126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78BFA"/>
                </a:solidFill>
              </a:rPr>
              <a:t>✦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第2章：笔记创建与格式化魔法</dc:title>
  <dc:subject>PptxGenJS Presentation</dc:subject>
  <dc:creator>Obsidian培训课程</dc:creator>
  <cp:lastModifiedBy>Obsidian培训课程</cp:lastModifiedBy>
  <cp:revision>1</cp:revision>
  <dcterms:created xsi:type="dcterms:W3CDTF">2026-04-17T09:09:35Z</dcterms:created>
  <dcterms:modified xsi:type="dcterms:W3CDTF">2026-04-17T09:09:35Z</dcterms:modified>
</cp:coreProperties>
</file>