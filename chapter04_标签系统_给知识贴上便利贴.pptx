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标签系统——给知识贴上"便利贴"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理解标签的概念与核心价值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学会使用 # 语法创建标签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掌握嵌套标签的层级结构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 Properties 属性系统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什么是标签？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第4章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图书馆分类法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想象一下图书馆的书脊上贴着的彩色标签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标签的作用就是快速找到和归类信息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Obsidian 中，标签就是给笔记贴上的"电子便利贴"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一篇笔记可以有多个标签，从不同角度描述它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例如：一篇关于牛顿第二定律的笔记可以同时标注 #物理 #力学 #考试重点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标签让知识管理更加灵活、多维、高效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vs 文件夹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放置数量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一篇笔记只能放在一个文件夹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一篇笔记可以有多个标签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查找方式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需要逐层打开文件夹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点击标签即可查看所有相关笔记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粗分类（如"学科""年级"）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精细分类（如"考试重点""易错题"）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标签的优势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一篇笔记可以拥有多个标签，实现多维度分类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不再受"只能放一个文件夹"的限制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示例：一篇关于"杠杆原理"的笔记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#物理 —— 标注学科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#力学 —— 标注子领域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#考试重点 —— 标注重要程度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#八年级 —— 标注适用年级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四个标签，四个维度，灵活又强大！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创建和使用标签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第4章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方法一：正文中使用 # 语法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在笔记正文中输入 # 加标签名即可创建标签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例如：#物理、#数学、#考试重点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 号和标签名之间不能有空格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标签名中不能包含空格（可以用连字符或下划线代替）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正确写法：#考试重点、#易错题汇总、#八年级_数学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错误写法：# 考试重点（有空格）、#考试 重点（名字中有空格）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方法二：属性面板添加标签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第一步：点击笔记右上角的"属性"按钮（三个点或 i 图标）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第二步：在属性面板中找到"标签"（tags）字段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第三步：点击添加，输入标签名称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第四步：按回车确认，可以继续添加多个标签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通过属性面板添加的标签会自动出现在笔记的 frontmatter 中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适合批量管理和查看笔记的所有标签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点击标签跳转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在笔记中点击任何一个标签（如 #物理）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会自动打开搜索结果，显示所有带该标签的笔记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就像一个"超级搜索"，一键找到所有相关内容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你可以快速浏览、筛选和管理这些笔记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标签搜索结果支持排序和进一步筛选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这是标签最实用的功能之一！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嵌套标签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嵌套标签使用斜杠 / 创建层级结构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例如：#学科/数学/代数、#学科/物理/力学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#学科/数学 会自动包含所有子标签：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#学科/数学/代数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#学科/数学/几何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#学科/数学/统计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点击父标签 #学科/数学 可以看到所有数学相关笔记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就像文件夹一样有层级，但比文件夹更灵活！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各种标签写法汇总：正文 #标签、嵌套标签、frontmatter 标签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牛顿第二定律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今天学习了牛顿第二定律 F=ma。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这个知识点非常重要！#物理 #力学 #考试重点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相关公式：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加速度公式 #学科/物理/力学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力的合成与分解 #学科/物理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复习计划：#八年级 #期末复习 #易错题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[物理, 力学, 考试重点, 八年级]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标签面板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第4章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标签管理中枢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打开方式：点击左侧边栏的"标签"图标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功能一：浏览所有标签——以树状结构展示所有标签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功能二：点击标签——查看所有使用该标签的笔记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功能三：搜索标签——在搜索框中快速找到目标标签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功能四：查看标签使用次数——了解哪些标签最常用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标签面板是你管理整个标签体系的"控制中心"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标签命名规范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第4章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四大命名规则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规则一：统一使用中文或英文，不要混用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好：#物理、#数学 或 #physics、#math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差：#物理physics、#math数学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规则二：保持一致性，同类标签用相同格式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好：#状态/进行中、#状态/已完成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差：#进行中、#已完成（缺少父级）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规则三：合理使用嵌套，层级不超过3层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好：#学科/数学/代数（3层）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差：#学科/数学/代数/一次方程/二元一次（太深）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规则四：标签名称要有意义，避免过于笼统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好：#考试重点、#易错题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差：#重要、#笔记（太笼统）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推荐的标签体系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按学科分类：#学科/数学、#学科/物理、#学科/英语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按年级分类：#年级/七年级、#年级/八年级、#年级/九年级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按状态分类：#状态/进行中、#状态/已完成、#状态/待复习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按优先级分类：#优先级/高、#优先级/中、#优先级/低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按考试分类：#考试/期中、#考试/期末、#考试/月考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按类型分类：#类型/知识点、#类型/例题、#类型/笔记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你可以根据自己的需求调整和扩展这个体系！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属性系统（Properties）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- 第4章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笔记的"身份证"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Properties（属性）是笔记的"结构化元数据"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YAML frontmatter 格式写在笔记最开头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就像给每篇笔记办了一张"身份证"，记录关键信息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常见属性：tags（标签）、date（日期）、aliases（别名）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属性的作用：方便搜索、排序、筛选笔记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例如：按日期排序查看笔记、按标签筛选特定类型笔记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1.9+ 版本中属性名必须使用复数形式（如 tags 而非 tag）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frontmatter 属性示例：tags、date、aliases、cssclasses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物理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力学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考试重点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2024-03-15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aliases: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牛顿第二定律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F=ma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cssclasses: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wide-page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牛顿第二定律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力等于质量乘以加速度：F = 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属性面板管理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添加属性：点击笔记顶部的"添加属性"按钮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编辑属性：直接在属性面板中修改属性值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删除属性：点击属性右侧的删除按钮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支持的属性类型：文本、列表、数字、日期、复选框等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可视化操作：无需手写 YAML 代码，面板操作更直观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属性面板和 YAML frontmatter 是同步的，修改任一处都会自动更新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为一篇"光合作用"笔记设计标签和属性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你会给它添加哪些标签？（至少3个）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你会使用嵌套标签吗？如何设计层级？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你会添加哪些属性？（如 date、aliases 等）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这些标签和属性如何帮助你日后快速找到这篇笔记？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和同学分享你的设计方案，看看谁的设计更合理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理解标签的概念——给知识贴上"便利贴"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 # 语法创建标签，掌握嵌套标签的层级结构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使用标签面板管理和浏览所有标签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了解 Properties 属性系统，掌握 YAML frontmatter 基本用法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标签和双链各有什么优势？能否结合使用？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如果你要为一个学期的所有笔记设计标签体系，你会怎么做？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- 22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第4章：标签系统——给知识贴上"便利贴"</dc:title>
  <dc:subject>PptxGenJS Presentation</dc:subject>
  <dc:creator>Obsidian培训课程</dc:creator>
  <cp:lastModifiedBy>Obsidian培训课程</cp:lastModifiedBy>
  <cp:revision>1</cp:revision>
  <dcterms:created xsi:type="dcterms:W3CDTF">2026-04-17T09:08:24Z</dcterms:created>
  <dcterms:modified xsi:type="dcterms:W3CDTF">2026-04-17T09:08:24Z</dcterms:modified>
</cp:coreProperties>
</file>