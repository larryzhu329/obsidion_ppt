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201168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实用插件推荐与配置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840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本章学习目标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4389120"/>
            <a:ext cx="6702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了解Obsidian的插件系统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掌握插件的安装与管理方法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配置6款必装实用插件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主题外观个性化设置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掌握同步与备份方案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900000"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 rot="-900000">
            <a:off x="11183112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插件系统介绍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什么是插件？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插件就像手机的"App"—— 给Obsidian添加新功能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Obsidian的插件分为两大类：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核心插件（Core Plugins）—— 官方内置，开箱即用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社区插件（Community Plugins）—— 社区开发者贡献，功能丰富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插件能做什么？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增强笔记功能（模板、任务管理、日历）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可视化展示（图表、思维导图、手绘）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数据查询与分析（Dataview、数据库视图）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外观美化（主题、图标、样式）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核心插件 vs 社区插件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核心插件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官方内置，稳定可靠，基础功能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约25个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Obsidian官方团队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社区插件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社区开发，功能丰富，持续更新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1800+个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全球开发者社区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安装插件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安装社区插件 —— 7步走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第一步：打开 设置（左下角齿轮图标 ⚙️）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第二步：在左侧菜单找到 "第三方插件"（Community Plugins）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第三步：点击 "关闭安全模式"（Turn off Safe Mode）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第四步：点击 "浏览"（Browse）按钮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第五步：在搜索框输入插件名称（如 "Calendar"）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第六步：点击 "安装"（Install）按钮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第七步：安装完成后点击 "启用"（Enable）</a:t>
            </a:r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注意：首次关闭安全模式时会弹出提示，确认即可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启用核心插件与管理已安装插件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启用核心插件：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&gt; 核心插件（Core Plugins）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找到需要的插件，打开开关即可启用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管理已安装的社区插件：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 —— 暂时关闭插件（不删除数据）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 —— 重新打开已禁用的插件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 —— 完全移除插件及其数据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 —— 检查并安装插件的新版本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—— 进入插件的专属设置页面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六大必装插件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六大必装插件总览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Calendar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日历视图，快速导航和创建日记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每日记录、时间管理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Templater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高级模板引擎，支持动态变量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笔记模板、自动化创建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Tasks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任务管理与查询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学习计划、待办事项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Excalidraw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手绘风格图表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思维导图、流程图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Spaced Repetition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间隔重复复习卡片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考试复习、记忆巩固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Dataview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数据查询与动态视图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知识汇总、统计分析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Calendar 日历插件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功能介绍：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在侧边栏显示日历视图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点击日期即可快速创建或打开当天的日记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有笔记的日期会显示小圆点标记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配置步骤：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安装并启用 Calendar 插件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点击日历上的日期创建日记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在插件设置中自定义日记文件夹和命名格式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 Templater 插件自动填充日记模板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Templater 模板引擎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比核心模板插件更强大的模板工具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—— 动态变量：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{{date}} —— 自动插入当前日期（如 2024-03-15）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{{time}} —— 自动插入当前时间（如 14:30）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{{title}} —— 自动插入笔记标题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{{date + 7d}} —— 插入7天后的日期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配置步骤：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Templater 插件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在设置中指定模板文件夹路径（如 templates）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设置快捷键：设置 &gt; Templater &gt; Template hotkeys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Templater 升级版课程笔记模板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Templater语法：tp.date.now() 自动生成日期，tp.file.title 获取标题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学科: 数学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章节: 第三章 一元二次方程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日期: &lt;% tp.date.now("YYYY-MM-DD") %&gt;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创建时间: &lt;% tp.date.now("HH:mm") %&gt;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难度: ⭐⭐⭐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老师: 张老师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关键词: [一元二次方程, 求根公式, 判别式]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&lt;% tp.file.title %&gt;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课堂笔记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一元二次方程的一般形式：ax² + bx + c = 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求根公式：x = (-b ± √(b²-4ac)) / 2a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重点内容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背诵求根公式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理解判别式的三种情况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疑问记录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相关链接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[[一元一次方程]] | [[因式分解]]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下次复习日期: &lt;% tp.date.now("YYYY-MM-DD", 1) %&gt;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Tasks 任务管理插件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将普通待办事项升级为可查询、可追踪的智能任务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任务元数据标记：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截止日期：- [ ] 提交作业 📅 2024-03-15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高优先级：- [ ] 准备考试 🔼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低优先级：- [ ] 整理书架 🔽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完成日期：- [x] 背诵单词 ✅ 2024-03-14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自动在笔记中显示任务查询结果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支持按日期、优先级、标签等多维度筛选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完成任务时自动记录完成时间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 查询语法示例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在笔记中插入代码块，Tasks插件会自动解析并显示结果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今日到期的任务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```tasks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done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 before tomorrow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本周高优先级任务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```tasks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done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is high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 after yesterday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数学相关任务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```tasks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done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includes 数学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by due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已完成的任务（最近7天）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```tasks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after 7 days ago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Excalidraw 手绘图表插件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在Obsidian中直接创建手绘风格的图表和插画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可以创建的图表类型：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思维导图 —— 整理思路、梳理知识结构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 —— 展示步骤和流程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概念图 —— 展示概念之间的关系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基本操作：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新建Excalidraw画布：点击左侧图标或使用命令面板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选择工具：矩形、椭圆、箭头、文字、线条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嵌入笔记：画布可直接嵌入到Markdown笔记中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Spaced Repetition 间隔重复插件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基于遗忘曲线的科学复习工具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在笔记中直接创建复习卡片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? 或其他分隔符区分问题和答案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插件自动安排复习时间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复习评分系统：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Again（再来）—— 完全不记得，立即重学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Hard（困难）—— 想了很久才想起来，缩短复习间隔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Good（良好）—— 记住了，按正常间隔复习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Easy（简单）—— 轻松记住，延长复习间隔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Dataview 数据查询插件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把你的vault变成一个"智能数据库"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自动汇总 —— 从所有笔记中提取信息，生成汇总列表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动态列表 —— 自动更新，新增笔记自动出现在列表中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统计信息 —— 计算笔记数量、任务完成率等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查询语言：类似SQL，但更简单易学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TABLE、LIST、TASK 三种查询视图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支持按属性（YAML frontmatter）筛选和排序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无需手动维护，数据始终是最新的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Dataview 查询语法示例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Dataview会自动扫描笔记并实时更新查询结果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所有数学笔记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```dataview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日期, 难度, 关键词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"课程笔记"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学科 = "数学"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日期 DESC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未掌握的错题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```dataview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"错题本"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掌握 = false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本周学习任务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```dataview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"学习计划"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!completed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文件夹 = "2024-第12周"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课堂互动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9445752" cy="1371600"/>
          </a:xfrm>
          <a:prstGeom prst="rect">
            <a:avLst>
              <a:gd name="adj" fmla="val 10000"/>
            </a:avLst>
          </a:prstGeom>
          <a:solidFill>
            <a:srgbClr val="F8F7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37160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这6款插件中，你最想先用哪一个？为什么？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Calendar —— 想要每天记录学习和生活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Templater —— 想要快速创建格式统一的笔记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Tasks —— 想要高效管理学习任务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Excalidraw —— 想要画思维导图和流程图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 Spaced Repetition —— 想要科学安排复习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F. Dataview —— 想要自动汇总和分析笔记数据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主题与外观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主题与外观设置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切换亮色/暗色模式：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&gt; 外观 &gt; 主题色 &gt; 选择 Light / Dark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也可以设置跟随系统自动切换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推荐社区主题（在设置 &gt; 外观 &gt; 主题中安装）：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Minimal —— 极简风格，清爽干净，适合专注写作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Things —— 灵感来自Things应用，简洁优雅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Blue Topaz —— 宝石蓝配色，功能丰富，高度可定制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其他外观设置：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字体大小、编辑器宽度、行间距等均可自定义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快捷键设置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常用快捷键速查表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快捷键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新建笔记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O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快速打开/切换笔记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打开命令面板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切换编辑/预览模式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Shift + F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全局搜索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[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向左缩进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]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向右缩进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斜体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 + 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插入链接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- 23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同步与备份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三种同步方案对比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适合人群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Obsidian Sync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官方方案，稳定可靠，支持端到端加密，版本历史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付费服务（$4/月起），需联网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追求稳定和便捷的用户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免费开源，完整的版本控制，支持多设备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学习成本较高，需命令行操作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有技术背景的用户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云盘（iCloud/坚果云等）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操作简单，自动同步，免费或低成本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可能出现同步冲突，无版本历史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新手用户、轻度使用者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课堂互动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9445752" cy="1371600"/>
          </a:xfrm>
          <a:prstGeom prst="rect">
            <a:avLst>
              <a:gd name="adj" fmla="val 10000"/>
            </a:avLst>
          </a:prstGeom>
          <a:solidFill>
            <a:srgbClr val="F8F7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37160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综合练习 —— 测试你的掌握程度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Obsidian的插件分为哪两大类？各自的特点是什么？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请说出安装社区插件的7个步骤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Templater插件相比核心模板插件有哪些优势？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Dataview查询语言支持哪三种视图类型？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 请列举三种同步方案，并说明各自的优缺点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本章技能解锁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了解核心插件与社区插件的区别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掌握插件的安装、启用、禁用与卸载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配置并使用6款必装实用插件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设置个性化主题与外观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掌握常用快捷键提升效率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选择合适的同步与备份方案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拓展思考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除了本章介绍的6款插件，你还能找到哪些有趣的社区插件？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回顾整个课程，Obsidian最吸引你的功能是什么？你打算如何将它融入日常学习？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- 27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第6章：实用插件推荐与配置</dc:title>
  <dc:subject>PptxGenJS Presentation</dc:subject>
  <dc:creator>Obsidian培训课程</dc:creator>
  <cp:lastModifiedBy>Obsidian培训课程</cp:lastModifiedBy>
  <cp:revision>1</cp:revision>
  <dcterms:created xsi:type="dcterms:W3CDTF">2026-04-17T09:10:49Z</dcterms:created>
  <dcterms:modified xsi:type="dcterms:W3CDTF">2026-04-17T09:10:49Z</dcterms:modified>
</cp:coreProperties>
</file>