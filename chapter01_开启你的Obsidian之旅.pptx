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2011680"/>
            <a:ext cx="670255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开启你的 Obsidian 之旅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0" y="3474720"/>
            <a:ext cx="670255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84048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本章学习目标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4389120"/>
            <a:ext cx="6702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 Obsidian 是什么，以及它为什么与众不同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学会下载和安装 Obsidian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 Obsidian 的界面布局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创建你的第一个笔记库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写下你的第一篇笔记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900000"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</a:rPr>
              <a:t>✦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 rot="-900000">
            <a:off x="11183112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</a:rPr>
              <a:t>✦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Obsidian？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Obsidian——你的"数字大脑"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黑曜石（Obsidian）是一种珍贵的宝石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就像黑曜石一样，Obsidian 软件也是一块"宝藏"——它能帮你把零散的知识变成闪闪发光的智慧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想象一条知识项链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每篇笔记是一颗珍珠，而笔记之间的链接就是串起珍珠的线，最终形成一条独一无二的知识项链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核心定义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Obsidian 是一款强大的个人知识管理工具，专注于帮助你建立笔记之间的联系，构建属于自己的知识网络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免费且离线可用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个人使用完全免费，所有数据保存在本地，无需联网也能使用，你的知识永远属于你自己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Obsidian vs 传统笔记软件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18872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Word / 记事本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Obsidian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笔记关系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各自独立，互不关联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笔记之间可以双向链接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搜索能力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只能搜索单个文件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全局搜索 + 关系图谱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运行速度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文档大了会变慢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秒开，即使有上万篇笔记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文件安全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依赖云端，断网难用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本地存储，完全掌控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部分功能需付费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个人使用完全免费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离线使用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在线文档无法离线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无需网络，随时可用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知识网络可视化——最酷的功能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关系图谱（Graph View）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Obsidian 可以把你所有的笔记自动生成一张"知识网络图"，就像一张星座图一样美丽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= 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图中的每一个小圆点代表一篇笔记，鼠标悬停就能看到笔记标题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 = 联系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连接两个圆点的线表示笔记之间存在链接关系，线条越多说明知识网络越丰富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 = 引用次数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被其他笔记引用越多的笔记，圆点就越大，帮助你快速找到核心知识点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课堂互动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9445752" cy="1371600"/>
          </a:xfrm>
          <a:prstGeom prst="rect">
            <a:avLst>
              <a:gd name="adj" fmla="val 10000"/>
            </a:avLst>
          </a:prstGeom>
          <a:solidFill>
            <a:srgbClr val="F8F7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1371600"/>
            <a:ext cx="8531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如果把你学过的知识都用 Obsidian 记录，并用链接串联起来，这张"知识网络"会是什么样子？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2926080"/>
            <a:ext cx="76169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语文课文 → 历史事件 → 地理知识，它们之间会有怎样的联系？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数学公式 → 物理定律 → 化学反应，科学知识能否形成网络？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你的兴趣爱好、生活经验、课堂笔记，能否也编织进这张网？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想象一下，一年后你的知识网络会变成什么样？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Obsidian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安装前的准备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确认你的电脑系统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10 或更高版本（也支持 macOS 和 Linux）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检查磁盘空间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至少需要 200MB 的可用空间来安装 Obsidian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确保可以联网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需要从官网下载安装包，安装完成后即可离线使用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建议使用浏览器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推荐使用 Chrome、Edge 或 Firefox 等现代浏览器访问官网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安装步骤（1-4）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按照以下步骤一步步完成 Obsidian 的安装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389120"/>
          </a:xfrm>
          <a:prstGeom prst="rect">
            <a:avLst>
              <a:gd name="adj" fmla="val 2083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1：打开浏览器，访问 Obsidian 官网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&gt;&gt;&gt; https://obsidian.md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2：点击页面上的 "Download" 按钮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&gt;&gt;&gt; 系统会自动识别你的操作系统并推荐对应版本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3：下载完成后，双击运行安装程序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&gt;&gt;&gt; Windows 系统下载的是 .exe 文件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4：如果弹出"用户账户控制"窗口，点击"是"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&gt;&gt;&gt; 这是 Windows 的安全提示，允许安装即可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安装步骤（5-7）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继续完成剩余的安装步骤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389120"/>
          </a:xfrm>
          <a:prstGeom prst="rect">
            <a:avLst>
              <a:gd name="adj" fmla="val 2083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5：选择安装位置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&gt;&gt;&gt; 默认安装在 C 盘，也可以点击"Browse"选择其他位置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&gt;&gt;&gt; 建议使用默认位置，方便后续管理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6：点击 "Next" → "Install"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&gt;&gt;&gt; 等待安装进度条完成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7：点击 "Finish" 完成安装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&gt;&gt;&gt; 勾选 "Launch Obsidian" 可以直接启动软件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&gt;&gt;&gt; 也可以稍后从桌面快捷方式启动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校园小贴士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学校电脑没有管理员权限怎么办？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可以使用 Obsidian 便携版（Portable Version），无需安装，解压即用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如何获取便携版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在官网下载页面找到 "Portable" 版本，下载后解压到 U 盘或文件夹即可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便携版的优势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可以放在 U 盘里随身携带，在任何一台电脑上都能使用你的笔记库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便携版的笔记库建议也放在 U 盘中，这样换电脑时数据会跟着走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 Obsidian 界面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界面整体布局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顶部工具栏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包含文件操作、搜索、设置等常用功能按钮，是 Obsidian 的"控制中心"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左侧边栏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文件管理器所在区域，可以浏览和管理你的所有笔记文件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中间编辑区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最核心的区域，在这里编写和查看笔记内容，支持多标签页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右侧边栏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显示大纲、反向链接等辅助信息面板，帮助你理解笔记结构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底部状态栏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显示当前笔记的字数、行数、编辑模式等实用信息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左侧边栏——文件管理器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文件列表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以树状结构显示笔记库中的所有文件和文件夹，类似于电脑的资源管理器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创建新笔记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点击文件列表上方的 "+" 按钮即可快速创建新笔记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创建文件夹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右键点击空白处或使用文件夹图标按钮来创建新文件夹，用于分类管理笔记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搜索框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顶部的搜索框可以快速过滤和查找文件，输入关键词即时显示匹配结果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右键菜单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右键点击文件可以重命名、删除、移动等操作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中间编辑区 &amp; 右侧边栏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标签页切换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编辑区顶部有标签页，可以同时打开多篇笔记，点击标签即可快速切换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分屏功能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拖拽标签到编辑区边缘可以分屏显示，方便同时查看和编辑多篇笔记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大纲面板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右侧边栏可以打开大纲面板，自动提取笔记中的标题层级，快速跳转到对应章节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反向链接面板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显示哪些笔记链接到了当前笔记，帮助你发现知识之间的隐藏联系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标签面板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查看当前笔记使用的所有标签，点击标签可以查看其他使用相同标签的笔记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底部状态栏信息一览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188720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字数统计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显示当前笔记的总字数，帮助你掌握内容长度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行数统计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显示当前笔记的总行数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编辑模式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显示当前是"源码模式"还是"实时预览模式"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笔记库名称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显示当前打开的笔记库（Vault）名称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插件数量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显示当前已启用的社区插件数量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编辑模式 vs 预览模式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源码模式（Source Mode）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直接显示 Markdown 源代码，可以看到所有的格式标记符号，适合精确编辑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实时预览模式（Live Preview）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所见即所得的编辑方式，格式标记会自动渲染，同时保持编辑能力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阅读模式（Reading View）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纯阅读视图，所有格式完全渲染，无法编辑，适合阅读和展示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切换快捷键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Ctrl + E 可以在源码模式和实时预览模式之间快速切换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小贴士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新手推荐使用实时预览模式，既能看到格式效果，又能直接编辑内容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创建你的第一个笔记库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创建笔记库完整步骤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跟着以下步骤，创建属于你自己的第一个笔记库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389120"/>
          </a:xfrm>
          <a:prstGeom prst="rect">
            <a:avLst>
              <a:gd name="adj" fmla="val 2083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1：启动 Obsidian 后，点击"创建新笔记库"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&gt;&gt;&gt; 如果已有笔记库，可通过左侧面板切换或新建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2：选择笔记库的存储位置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&gt;&gt;&gt; 建议选择一个容易找到的文件夹，比如 D:\MyNotes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3：为笔记库命名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&gt;&gt;&gt; 输入一个有意义的名字，比如"我的学习笔记"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4：点击"创建"按钮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5：新建第一篇笔记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&gt;&gt;&gt; 点击左侧边栏的 "+" 按钮，输入笔记名称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6：写下你的第一篇笔记内容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&gt;&gt;&gt; 试试写一篇自我介绍或今天的学习心得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7：按 Ctrl + E 查看预览效果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- 19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本章技能解锁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了解 Obsidian 是什么——一款强大的个人知识管理工具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成功安装 Obsidian（包括便携版的使用方法）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认识 Obsidian 的五大界面区域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理解编辑模式与预览模式的区别与切换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成功创建自己的第一个笔记库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写下第一篇笔记并学会预览查看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097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拓展思考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Obsidian 和你之前用过的笔记软件有什么不同？你觉得最大的优势是什么？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如果让你用 Obsidian 来管理某一门课的学习笔记，你会怎样组织你的笔记库？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- 20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第1章：开启你的 Obsidian 之旅</dc:title>
  <dc:subject>PptxGenJS Presentation</dc:subject>
  <dc:creator>Obsidian培训课程</dc:creator>
  <cp:lastModifiedBy>Obsidian培训课程</cp:lastModifiedBy>
  <cp:revision>1</cp:revision>
  <dcterms:created xsi:type="dcterms:W3CDTF">2026-04-17T09:09:31Z</dcterms:created>
  <dcterms:modified xsi:type="dcterms:W3CDTF">2026-04-17T09:09:31Z</dcterms:modified>
</cp:coreProperties>
</file>