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双链——连接知识的魔法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理解双链的概念与核心价值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学会使用 [[]] 语法创建笔记链接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掌握嵌入语法 ![[ ]] 引用内容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使用反向链接面板发现知识关联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什么是双链？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第3章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知识高速公路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双链就像笔记之间的"双向通道"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就像高速公路连接不同城市，双链连接不同的知识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当你从 A 笔记链接到 B 笔记时，B 笔记也会自动知道 A 笔记的存在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这种双向关系让你的知识库成为一个紧密相连的网络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不再需要手动维护"谁链接了谁"——Obsidian 自动帮你搞定！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 vs 普通超链接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普通超链接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单向（只能从A到B）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双向（A和B互相感知）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发现关联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不能自动发现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自动显示被引用关系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知识网络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笔记之间孤立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形成连通的知识图谱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关系图谱——鸟瞰知识世界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= 每一篇笔记（图谱中的圆点）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 = 笔记之间的联系（双链越多，线条越密）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 = 引用次数越多，节点越大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 = 可以按文件夹或标签分组着色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整个图谱就像一张"星座图"，展现你的知识宇宙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通过图谱可以快速发现意想不到的知识关联！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想想你学过的不同科目之间有哪些联系？试着用双链连接起来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数学中的"函数"和物理中的"运动公式"有什么关系？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历史中的"工业革命"和地理中的"资源分布"如何关联？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语文中的"诗词"和美术中的"意境"能否互相链接？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试着画出你心中的知识网络图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创建笔记链接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第3章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方法一：[[]] 语法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在编辑器中输入两个左方括号 [[ ，会自动弹出笔记列表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从列表中选择已有笔记，或输入新笔记名称后回车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已有笔记：显示为实心色（紫色高亮），点击可直接跳转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未创建的笔记：显示为不同颜色（灰色/虚线），点击后自动创建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Obsidian 最核心、最常用的操作！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方法二：Ctrl+K 快捷键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第一步：选中你想要变成链接的文字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第二步：按下快捷键 Ctrl+K（Mac 上是 Cmd+K）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第三步：在弹出的搜索框中输入目标笔记名称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第四步：从列表中选择笔记，按回车确认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这种方法适合把已有文字快速变成链接，保持句子通顺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Obsidian 编辑器中使用 [[]] 创建双向链接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我的数学笔记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今天学习了[[二次函数]]的基本概念。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二次函数和[[一次函数]]有很大的不同：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[[一次函数]]的图像是一条直线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[[二次函数]]的图像是一条抛物线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相关概念：[[函数图像]]、[[坐标系]]、[[顶点公式]]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延伸阅读：[[物理中的抛体运动]]也用到了二次函数！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嵌入笔记内容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第3章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嵌入完整笔记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语法：![[笔记名]]（在双链前加一个感叹号）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效果：将目标笔记的全部内容"嵌入"到当前笔记中显示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实时同步：源笔记修改后，嵌入的内容也会自动更新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就像"窗口"一样，透过它可以看到另一篇笔记的内容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非常适合在总结页中引用其他笔记的核心内容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嵌入特定段落和图片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嵌入特定标题段落：![[笔记名#标题名]]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只显示该标题下的内容，而不是整篇笔记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嵌入图片：![[图片名.png]] 或 ![[图片名.png|300]]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竖线后面跟数字表示图片显示宽度（像素）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例如 ![[思维导图.png|500]] 显示500像素宽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嵌入代码块：![[笔记名#^代码块ID]]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可以精确定位到笔记中的某个代码块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嵌入语法代码示例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![[ ]] 语法嵌入笔记内容、段落、图片和代码块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生物学复习总结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核心概念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![[光合作用]]              ← 嵌入整篇笔记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关键过程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![[光合作用#光反应阶段]]    ← 只嵌入特定章节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实验图示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![[叶绿体结构图.png|400]]   ← 嵌入图片，宽400px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相关公式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![[化学方程式#^光合作用方程式]]  ← 嵌入特定代码块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反向链接面板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第3章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发现隐藏的知识联系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反向链接 = 你的"知识收件箱"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打开方式：点击右侧边栏的"反向链接"图标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功能一：查看哪些笔记链接到了当前笔记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功能二：点击链接的笔记名称快速跳转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功能三：发现你可能没有想到的知识关联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反向链接面板是 Obsidian 最强大的功能之一！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它让你永远不会"遗忘"任何一篇相关笔记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出链面板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第3章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你的知识导航地图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出链 = 你的"知识发件箱"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显示当前笔记中链接到了哪些其他笔记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功能一：快速跳转到相关笔记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功能二：检查笔记的"完整性"——是否遗漏了重要链接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功能三：一目了然地了解这篇笔记涉及的知识范围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出链 + 反向链接 = 完整的知识导航系统！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给定以下3篇笔记，请设计双链连接方案：光合作用、植物细胞、叶绿体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光合作用 笔记中应该链接哪些笔记？为什么？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植物细胞 笔记中应该链接哪些笔记？为什么？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叶绿体 笔记中应该链接哪些笔记？为什么？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三篇笔记之间如何形成双向链接网络？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还能想到哪些其他笔记可以加入这个知识网络？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双链最佳实践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命名规范：使用简洁、明确的笔记名称（如"光合作用"而非"关于光合作用的笔记"）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链接密度适中：每篇笔记保持 3-8 个双链为宜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太少：知识孤岛，无法形成网络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太多：信息过载，难以聚焦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定期查看关系图谱：每周花几分钟浏览图谱，发现新的知识关联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写笔记时主动思考：这篇笔记和我之前写的哪些笔记有关？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反向链接和出链有什么不同？各自适合什么场景？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当你想"看看谁引用了我"时，应该用哪个面板？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当你想"快速跳转到相关笔记"时，应该用哪个面板？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如果你写了一篇新笔记，如何检查是否已经链接到相关旧笔记？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反向链接能否帮你发现"意外的知识关联"？举个例子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理解双链的概念——笔记之间的双向通道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 [[]] 语法和 Ctrl+K 创建双向链接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 ![[ ]] 嵌入笔记内容、段落和图片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使用反向链接面板发现隐藏的知识联系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如果所有的笔记都用双链连接起来，你的知识库会变成什么样？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双链和传统的"文件夹分类"相比，各有什么优缺点？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- 22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第3章：双链——连接知识的魔法</dc:title>
  <dc:subject>PptxGenJS Presentation</dc:subject>
  <dc:creator>Obsidian培训课程</dc:creator>
  <cp:lastModifiedBy>Obsidian培训课程</cp:lastModifiedBy>
  <cp:revision>1</cp:revision>
  <dcterms:created xsi:type="dcterms:W3CDTF">2026-04-17T09:08:24Z</dcterms:created>
  <dcterms:modified xsi:type="dcterms:W3CDTF">2026-04-17T09:08:24Z</dcterms:modified>
</cp:coreProperties>
</file>